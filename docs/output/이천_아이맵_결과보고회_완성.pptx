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35a16cebf4b64" /><Relationship Type="http://schemas.openxmlformats.org/officeDocument/2006/relationships/extended-properties" Target="/docProps/app.xml" Id="R516fce743f7b4c9a" /><Relationship Type="http://schemas.openxmlformats.org/officeDocument/2006/relationships/officeDocument" Target="/ppt/presentation.xml" Id="Rfd673ab2a3b44c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88cf8cb214ff0"/>
  </p:sldMasterIdLst>
  <p:notesMasterIdLst>
    <p:notesMasterId xmlns:r="http://schemas.openxmlformats.org/officeDocument/2006/relationships" r:id="Rde6e5af11b6246ab"/>
  </p:notesMasterIdLst>
  <p:sldIdLst>
    <p:sldId xmlns:r="http://schemas.openxmlformats.org/officeDocument/2006/relationships" id="256" r:id="R610dd0d5aff246f9"/>
    <p:sldId xmlns:r="http://schemas.openxmlformats.org/officeDocument/2006/relationships" id="257" r:id="R4e89707be3ee419e"/>
    <p:sldId xmlns:r="http://schemas.openxmlformats.org/officeDocument/2006/relationships" id="258" r:id="Ra0b54768973a40e8"/>
    <p:sldId xmlns:r="http://schemas.openxmlformats.org/officeDocument/2006/relationships" id="259" r:id="Rf5b3c06af4c549ed"/>
    <p:sldId xmlns:r="http://schemas.openxmlformats.org/officeDocument/2006/relationships" id="260" r:id="R0d70b5e1a1314842"/>
    <p:sldId xmlns:r="http://schemas.openxmlformats.org/officeDocument/2006/relationships" id="261" r:id="R8a4ffbf282b04a0f"/>
    <p:sldId xmlns:r="http://schemas.openxmlformats.org/officeDocument/2006/relationships" id="262" r:id="Rce19af822ace4b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93f13079649d6" /><Relationship Type="http://schemas.openxmlformats.org/officeDocument/2006/relationships/slideMaster" Target="/ppt/slideMasters/slideMaster1.xml" Id="R92c88cf8cb214ff0" /><Relationship Type="http://schemas.openxmlformats.org/officeDocument/2006/relationships/notesMaster" Target="/ppt/notesMasters/notesMaster1.xml" Id="Rde6e5af11b6246ab" /><Relationship Type="http://schemas.openxmlformats.org/officeDocument/2006/relationships/presProps" Target="/ppt/presProps.xml" Id="Rf880b3ca968c463c" /><Relationship Type="http://schemas.openxmlformats.org/officeDocument/2006/relationships/tableStyles" Target="/ppt/tableStyles.xml" Id="R3055f8559a8342c0" /><Relationship Type="http://schemas.openxmlformats.org/officeDocument/2006/relationships/slide" Target="/ppt/slides/slide1.xml" Id="R610dd0d5aff246f9" /><Relationship Type="http://schemas.openxmlformats.org/officeDocument/2006/relationships/slide" Target="/ppt/slides/slide2.xml" Id="R4e89707be3ee419e" /><Relationship Type="http://schemas.openxmlformats.org/officeDocument/2006/relationships/slide" Target="/ppt/slides/slide3.xml" Id="Ra0b54768973a40e8" /><Relationship Type="http://schemas.openxmlformats.org/officeDocument/2006/relationships/slide" Target="/ppt/slides/slide4.xml" Id="Rf5b3c06af4c549ed" /><Relationship Type="http://schemas.openxmlformats.org/officeDocument/2006/relationships/slide" Target="/ppt/slides/slide5.xml" Id="R0d70b5e1a1314842" /><Relationship Type="http://schemas.openxmlformats.org/officeDocument/2006/relationships/slide" Target="/ppt/slides/slide6.xml" Id="R8a4ffbf282b04a0f" /><Relationship Type="http://schemas.openxmlformats.org/officeDocument/2006/relationships/slide" Target="/ppt/slides/slide7.xml" Id="Rce19af822ace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f735a93af7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51821cadb84ee0" /><Relationship Type="http://schemas.openxmlformats.org/officeDocument/2006/relationships/notesMaster" Target="/ppt/notesMasters/notesMaster1.xml" Id="Rc464a4f5f9b7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e4de02873841de" /><Relationship Type="http://schemas.openxmlformats.org/officeDocument/2006/relationships/notesMaster" Target="/ppt/notesMasters/notesMaster1.xml" Id="R8e1dca56546a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747b7e53746fd" /><Relationship Type="http://schemas.openxmlformats.org/officeDocument/2006/relationships/notesMaster" Target="/ppt/notesMasters/notesMaster1.xml" Id="Rc89b3b88fef1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8a2fb901b544bb" /><Relationship Type="http://schemas.openxmlformats.org/officeDocument/2006/relationships/notesMaster" Target="/ppt/notesMasters/notesMaster1.xml" Id="R49463cbb35c44c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ae0564552c4cf8" /><Relationship Type="http://schemas.openxmlformats.org/officeDocument/2006/relationships/notesMaster" Target="/ppt/notesMasters/notesMaster1.xml" Id="Rf229f35da63a4a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7ba22f82a04e47" /><Relationship Type="http://schemas.openxmlformats.org/officeDocument/2006/relationships/notesMaster" Target="/ppt/notesMasters/notesMaster1.xml" Id="R3cf2f85654fd4d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60c780cff424a" /><Relationship Type="http://schemas.openxmlformats.org/officeDocument/2006/relationships/notesMaster" Target="/ppt/notesMasters/notesMaster1.xml" Id="R2f49ec250892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한 줄 소개: 이천 나들이를 계획하는 가족이 먼저 훑어보는 메뉴판 같은 웹페이지입니다. 사진 출처: 프로젝트 images/spots/seolbong.jpg의 메타데이터.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타깃과 문제 정의는 발표자가 직접 답한 내용입니다. 특정 연령에 맞는 모든 정보를 자동으로 판정한다는 뜻은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발표자가 꼽은 이천의 강점 네 가지입니다. 사진: 프로젝트 images/spots/farmpark.jpg, design/ijin-05-rice-dessert.jpg. 사진의 저작권·출처 표시는 원본 프로젝트 메타데이터를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콘셉트는 발표자 표현인 ‘콤팩트 가이드’와 ‘메뉴판 느낌’을 반영했습니다. 실제 페이지 화면을 캡처했습니다. 코스 수와 기능은 현재 프로젝트 화면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강조할 결과물: 주차·진입 안내, 스팟 약도의 경로 표시, 방문 팁. 약도 출처: 프로젝트 images/maps/seolbong-map.png. 약도의 바탕 지도 출처 표시는 이미지 안에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배포 주소에서는 ?edit=true로 사진 편집 UI를 확인할 수 있습니다. 실제 영구 저장 버튼은 코드상 localhost의 로컬 미리보기 서버에서만 활성화됩니다. 로컬에서 버튼을 누르면 GitHub에 사진 파일과 목록을 푸시합니다. Vercel이 해당 GitHub 저장소와 연결돼 있다면 이후 재배포됩니다. 실제 페이지 화면을 캡처했습니다.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 답변을 바탕으로 정리한 성찰과 계획입니다. 이는 앞으로의 시도이며 현재 구현 결과로 소개하지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9bd00261e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25f9ee19944f2" /><Relationship Type="http://schemas.openxmlformats.org/officeDocument/2006/relationships/slideLayout" Target="/ppt/slideLayouts/slideLayout1.xml" Id="Rae78a8fe9538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8a8fe9538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3257197834de1" /><Relationship Type="http://schemas.openxmlformats.org/officeDocument/2006/relationships/image" Target="/ppt/media/image.jpeg" Id="R8f000939755c4142" /><Relationship Type="http://schemas.openxmlformats.org/officeDocument/2006/relationships/notesSlide" Target="/ppt/notesSlides/notesSlide1.xml" Id="Re1ee51a1315c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de6ee0df94093" /><Relationship Type="http://schemas.openxmlformats.org/officeDocument/2006/relationships/notesSlide" Target="/ppt/notesSlides/notesSlide2.xml" Id="R84aea2380058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cad4826447cd" /><Relationship Type="http://schemas.openxmlformats.org/officeDocument/2006/relationships/image" Target="/ppt/media/image2.jpeg" Id="R6954fc6f951b42bd" /><Relationship Type="http://schemas.openxmlformats.org/officeDocument/2006/relationships/image" Target="/ppt/media/image3.jpeg" Id="R05b05bc35a8e4307" /><Relationship Type="http://schemas.openxmlformats.org/officeDocument/2006/relationships/notesSlide" Target="/ppt/notesSlides/notesSlide3.xml" Id="R565d6d0b8a71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3f7655c74911" /><Relationship Type="http://schemas.openxmlformats.org/officeDocument/2006/relationships/image" Target="/ppt/media/image.png" Id="Rf90fe184476046b1" /><Relationship Type="http://schemas.openxmlformats.org/officeDocument/2006/relationships/notesSlide" Target="/ppt/notesSlides/notesSlide4.xml" Id="Rcc539d02534d4b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56a54c1434cfe" /><Relationship Type="http://schemas.openxmlformats.org/officeDocument/2006/relationships/image" Target="/ppt/media/image2.png" Id="R9effc2c6d346491c" /><Relationship Type="http://schemas.openxmlformats.org/officeDocument/2006/relationships/notesSlide" Target="/ppt/notesSlides/notesSlide5.xml" Id="R3318c25a0087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424e819544d33" /><Relationship Type="http://schemas.openxmlformats.org/officeDocument/2006/relationships/image" Target="/ppt/media/image3.png" Id="R2856f50215a04304" /><Relationship Type="http://schemas.openxmlformats.org/officeDocument/2006/relationships/image" Target="/ppt/media/image4.png" Id="Ra0709839c5a74e9e" /><Relationship Type="http://schemas.openxmlformats.org/officeDocument/2006/relationships/notesSlide" Target="/ppt/notesSlides/notesSlide6.xml" Id="R4859c7907dcc46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41c7b96694df6" /><Relationship Type="http://schemas.openxmlformats.org/officeDocument/2006/relationships/notesSlide" Target="/ppt/notesSlides/notesSlide7.xml" Id="Rb7452e383241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00939755c4142"/>
          <a:srcRect xmlns:a="http://schemas.openxmlformats.org/drawingml/2006/main" l="25271" t="0" r="25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0"/>
            <a:ext cx="60769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723B-B9A1-4A62-88FD-F429819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05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이천 아이맵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8BCA-460D-43E5-B27E-95CD29B2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이천 나들이를 위한</a:t>
            </a:r>
          </a:p>
          <a:p xmlns:a="http://schemas.openxmlformats.org/drawingml/2006/main">
            <a:pPr>
              <a:defRPr sz="26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콤팩트 가이드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3DD0C-8885-4D38-8699-21176683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자세한 정보를 찾기 전에</a:t>
            </a:r>
          </a:p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훑어보는 메뉴판 같은 페이지</a:t>
            </a:r>
          </a:p>
        </p:txBody>
      </p:sp>
    </p:spTree>
    <p:extLst>
      <p:ext uri="{BB962C8B-B14F-4D97-AF65-F5344CB8AC3E}">
        <p14:creationId xmlns:p14="http://schemas.microsoft.com/office/powerpoint/2010/main" val="424548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B4B76-02FC-43D1-B222-FD5C94C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누구를 위한 페이지인가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184A8-4BC8-4EAC-A1CA-6AC4180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미취학·초등 저학년 아이와 함께</a:t>
            </a:r>
          </a:p>
          <a:p xmlns:a="http://schemas.openxmlformats.org/drawingml/2006/main">
            <a:pPr>
              <a:defRPr sz="28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가족 나들이를 하는 사람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CDB43-A690-4B0D-96F7-A828895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겪는 불편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22518-9323-4ABF-9E7B-CBEFB169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체험·식사 정보가 여러 곳에 흩어져 있어</a:t>
            </a:r>
          </a:p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각각 찾아봐야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92103-7967-4B07-8273-9F9A30C7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아이의 연령까지 고려해 정보를 모으고</a:t>
            </a:r>
          </a:p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나들이 계획을 세우기가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680135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30126-4A05-43F5-BAF5-BE8B2590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이천에서 보여주고 싶었던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A79CF-D66D-4B7F-BD2C-4562C68F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쌀과 먹거리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8A64E-30D4-4A34-9385-E1AB998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자연과 공원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F0AC-DD60-4CB6-87FA-79D8BA1B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718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아이가 즐길 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62D8-3941-45CD-AA4B-98EDCDD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수도권에서의 접근성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4fc6f951b42bd"/>
          <a:srcRect xmlns:a="http://schemas.openxmlformats.org/drawingml/2006/main" l="0" t="10413" r="0" b="10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466850"/>
            <a:ext cx="5410200" cy="239077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05bc35a8e4307"/>
          <a:srcRect xmlns:a="http://schemas.openxmlformats.org/drawingml/2006/main" l="0" t="22535" r="0" b="22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4000500"/>
            <a:ext cx="5410200" cy="2228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3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fe184476046b1"/>
          <a:stretch xmlns:a="http://schemas.openxmlformats.org/drawingml/2006/main"/>
        </p:blipFill>
        <p:spPr>
          <a:xfrm xmlns:a="http://schemas.openxmlformats.org/drawingml/2006/main">
            <a:off x="741912" y="190500"/>
            <a:ext cx="2992927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319A4-E384-4E22-8BC5-4DB0E14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52475"/>
            <a:ext cx="666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먼저 훑어보는</a:t>
            </a:r>
          </a:p>
          <a:p xmlns:a="http://schemas.openxmlformats.org/drawingml/2006/main">
            <a:pPr>
              <a:def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나들이 메뉴판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BEBC7-0910-49BB-B832-8966E04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717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이천을 처음 찾는 가족이</a:t>
            </a:r>
          </a:p>
          <a:p xmlns:a="http://schemas.openxmlformats.org/drawingml/2006/main">
            <a:pPr>
              <a:def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선택지를 빠르게 비교할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CBB9E-5817-4067-9F4F-9D0D350D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취향별 코스 5개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22C02-975D-4A3C-B75E-58F7984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만들기 · 야외 활동 · 이야기·문화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18D8D-652B-408E-9ABC-EF773084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코스를 고르면 주차·장소·식당 정보를 확인</a:t>
            </a:r>
          </a:p>
        </p:txBody>
      </p:sp>
    </p:spTree>
    <p:extLst>
      <p:ext uri="{BB962C8B-B14F-4D97-AF65-F5344CB8AC3E}">
        <p14:creationId xmlns:p14="http://schemas.microsoft.com/office/powerpoint/2010/main" val="2059012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3C298-5929-48F0-8DAC-A82BA27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현장에서 필요한 정보를 한곳에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AAA3B-F36F-4229-9964-B1006A2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362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어느 주차장에 대고</a:t>
            </a:r>
          </a:p>
          <a:p xmlns:a="http://schemas.openxmlformats.org/drawingml/2006/main">
            <a:pPr>
              <a:defRPr sz="27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어디로 들어갈지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FC72E-9100-468F-94EA-CB58C0D7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43719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스팟 약도에 이동 경로를 표시하고,</a:t>
            </a:r>
          </a:p>
          <a:p xmlns:a="http://schemas.openxmlformats.org/drawingml/2006/main">
            <a:pPr>
              <a:def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직접 방문하며 얻은 팁을 담았습니다.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92438-F2A8-44CC-A4D8-62210EA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출발 전 짧게 보고,</a:t>
            </a:r>
          </a:p>
          <a:p xmlns:a="http://schemas.openxmlformats.org/drawingml/2006/main">
            <a:pPr>
              <a:def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현장에서는 다시 확인할 수 있게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fc2c6d346491c"/>
          <a:stretch xmlns:a="http://schemas.openxmlformats.org/drawingml/2006/main"/>
        </p:blipFill>
        <p:spPr>
          <a:xfrm xmlns:a="http://schemas.openxmlformats.org/drawingml/2006/main">
            <a:off x="5429250" y="1485900"/>
            <a:ext cx="6096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965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5D9E3-4305-4345-8821-E34BB8F4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공개 후에도 고치기 쉬운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D43DB-8431-4BAA-9EC2-2D25939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일반 방문자 화면에서는 편집 버튼을 숨겼습니다.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54216-1335-488F-A1EA-2FA807C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배포 주소에 ?edit=true를 붙이면 사진 편집 화면 확인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6f50215a04304"/>
          <a:stretch xmlns:a="http://schemas.openxmlformats.org/drawingml/2006/main"/>
        </p:blipFill>
        <p:spPr>
          <a:xfrm xmlns:a="http://schemas.openxmlformats.org/drawingml/2006/main">
            <a:off x="723900" y="3249783"/>
            <a:ext cx="10382250" cy="35843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9839c5a74e9e"/>
          <a:stretch xmlns:a="http://schemas.openxmlformats.org/drawingml/2006/main"/>
        </p:blipFill>
        <p:spPr>
          <a:xfrm xmlns:a="http://schemas.openxmlformats.org/drawingml/2006/main">
            <a:off x="723900" y="4482565"/>
            <a:ext cx="10382250" cy="71227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5E041-74AE-48C3-9F37-B0D9F816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로컬에서 원클릭 저장 → GitHub 반영 → Vercel 재배포</a:t>
            </a:r>
          </a:p>
        </p:txBody>
      </p:sp>
    </p:spTree>
    <p:extLst>
      <p:ext uri="{BB962C8B-B14F-4D97-AF65-F5344CB8AC3E}">
        <p14:creationId xmlns:p14="http://schemas.microsoft.com/office/powerpoint/2010/main" val="915514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2D7C5-828F-4C95-85F8-DD753F0F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배운 점과 다음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EC735-71E1-4AFA-A55E-6659F4A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514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이번에 배운 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09E86-FFD0-4925-9C7C-18F05A9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50863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기획을 여러 번 고치며 일정이 늦어졌습니다.</a:t>
            </a:r>
          </a:p>
          <a:p xmlns:a="http://schemas.openxmlformats.org/drawingml/2006/main">
            <a:pPr>
              <a:def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다음에는 핵심 초안을 먼저 구현해 보고</a:t>
            </a:r>
          </a:p>
          <a:p xmlns:a="http://schemas.openxmlformats.org/drawingml/2006/main">
            <a:pPr>
              <a:def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기획을 다듬고 싶습니다.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ECE7A-0EC1-4066-881B-0DD8DBA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50863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유지관리 기능에 시간을 많이 써서</a:t>
            </a:r>
          </a:p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콘텐츠를 더 채우고 새로운 구현 방식을</a:t>
            </a:r>
          </a:p>
          <a:p xmlns:a="http://schemas.openxmlformats.org/drawingml/2006/main">
            <a:pPr>
              <a:def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C6470"/>
                </a:solidFill>
                <a:latin typeface="Noto Sans KR"/>
                <a:ea typeface="Noto Sans KR"/>
                <a:cs typeface="Noto Sans KR"/>
              </a:rPr>
              <a:t>시도할 시간이 부족했습니다.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3C9BE-906C-4909-AE91-E3F33688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38300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앞으로 해보고 싶은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6A430-0B87-4145-A46D-DE5F22A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905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웹페이지를 기획하고 만든 경험을</a:t>
            </a:r>
          </a:p>
          <a:p xmlns:a="http://schemas.openxmlformats.org/drawingml/2006/main">
            <a:pPr>
              <a:def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실제 사업에 활용하고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B6ED6-5AAE-4C40-8B8B-EC5FB22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아임웹·카페24 같은 플랫폼과</a:t>
            </a:r>
          </a:p>
          <a:p xmlns:a="http://schemas.openxmlformats.org/drawingml/2006/main">
            <a:pPr>
              <a:def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직접 코딩한 페이지를 결합한</a:t>
            </a:r>
          </a:p>
          <a:p xmlns:a="http://schemas.openxmlformats.org/drawingml/2006/main">
            <a:pPr>
              <a:def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6E56"/>
                </a:solidFill>
                <a:latin typeface="Noto Sans KR"/>
                <a:ea typeface="Noto Sans KR"/>
                <a:cs typeface="Noto Sans KR"/>
              </a:rPr>
              <a:t>홈페이지에도 도전하겠습니다.</a:t>
            </a:r>
          </a:p>
        </p:txBody>
      </p:sp>
    </p:spTree>
    <p:extLst>
      <p:ext uri="{BB962C8B-B14F-4D97-AF65-F5344CB8AC3E}">
        <p14:creationId xmlns:p14="http://schemas.microsoft.com/office/powerpoint/2010/main" val="1772005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2026-09-21T02:27:59.6830000Z</dcterms:created>
  <dcterms:modified xsi:type="dcterms:W3CDTF">2026-09-21T02:27:59.6830000Z</dcterms:modified>
</coreProperties>
</file>